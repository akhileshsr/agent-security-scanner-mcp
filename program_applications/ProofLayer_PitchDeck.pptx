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Snyk and Semgrep were built for human developers. They scan after commit. When an AI agent writes 500 lines in 30 seconds, that model breaks. The vulnerable code is already in your repo — or in production.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MCP is 6 months old. Cursor went from zero to $500M ARR in 12 months. If we wait, incumbents add agent features. The window is now.</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MCP server — the protocol agents use to call tools. One install, the agent gains three security capabilities. Works with Claude Code, Cursor, Windsurf, Cline.</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Prompt firewall, code scanning with auto-fix, and package hallucination detection. We don’t just warn — we fix.</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closes meetings. 45% of Rust packages Claude suggested don’t exist. Attackers register these names as malware. The agent auto-installs it. Nobody had this on their threat model.</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Not a deck — a demo. Live on npm today. Pre-revenue, focused on distribution and enterprise pilots.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Snyk: $8.5B for human code. Cursor: $500M ARR for AI coding. We’re at the intersection.</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Open-source drives adoption. Team tier adds dashboards and CI/CD. Enterprise gets SSO and SLAs. Same playbook as GitLab, Snyk, HashiCorp.</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Snyk/Semgrep scan after commit — built for humans. Lakera protects chatbots, not code. We’re MCP-native. They’ll retrofit. We’re native.</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Divya: Google phishing detection for 1B users, commercialized NVIDIA Garak. Anit: adversarial ML papers at CMU/Amazon, now agent guardrails at Oracle. Dheeraj: production AI infrastructure, knows what ships.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$400K pre-seed. Month 1: distribution via MCP registry. Month 2: enterprise dashboard and LOIs. Month 3: expand coverage and close pilots. Product is built — funding buys speed.</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 company adopting AI coding agents will need this. We’re building it now. The window is 12 months. We’re already live. Let’s talk.</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ProofLayer</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The Security Layer for AI Coding Agents</a:t>
            </a:r>
            <a:br/>
            <a:br/>
            <a:r>
              <a:rPr/>
              <a:t>Pre-Seed | 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Problem</a:t>
            </a:r>
          </a:p>
        </p:txBody>
      </p:sp>
      <p:sp>
        <p:nvSpPr>
          <p:cNvPr id="3" name="Content Placeholder 2"/>
          <p:cNvSpPr>
            <a:spLocks noGrp="1"/>
          </p:cNvSpPr>
          <p:nvPr>
            <p:ph idx="1"/>
          </p:nvPr>
        </p:nvSpPr>
        <p:spPr/>
        <p:txBody>
          <a:bodyPr/>
          <a:lstStyle/>
          <a:p>
            <a:pPr lvl="0"/>
            <a:r>
              <a:rPr b="1"/>
              <a:t>62%</a:t>
            </a:r>
            <a:r>
              <a:rPr/>
              <a:t> of AI-generated code has vulnerabilities</a:t>
            </a:r>
          </a:p>
          <a:p>
            <a:pPr lvl="0"/>
            <a:r>
              <a:rPr b="1"/>
              <a:t>10,000+</a:t>
            </a:r>
            <a:r>
              <a:rPr/>
              <a:t> new security findings/month (10x spike)</a:t>
            </a:r>
          </a:p>
          <a:p>
            <a:pPr lvl="0"/>
            <a:r>
              <a:rPr b="1"/>
              <a:t>85%</a:t>
            </a:r>
            <a:r>
              <a:rPr/>
              <a:t> of orgs use AI coding assistants</a:t>
            </a:r>
          </a:p>
          <a:p>
            <a:pPr lvl="0" indent="0" marL="0">
              <a:buNone/>
            </a:pPr>
            <a:r>
              <a:rPr/>
              <a:t>Existing tools scan AFTER commit.</a:t>
            </a:r>
          </a:p>
          <a:p>
            <a:pPr lvl="0" indent="0" marL="0">
              <a:buNone/>
            </a:pPr>
            <a:r>
              <a:rPr b="1"/>
              <a:t>Nobody protects the agent WHILE it writes.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Window Is Open</a:t>
            </a:r>
          </a:p>
        </p:txBody>
      </p:sp>
      <p:sp>
        <p:nvSpPr>
          <p:cNvPr id="3" name="Content Placeholder 2"/>
          <p:cNvSpPr>
            <a:spLocks noGrp="1"/>
          </p:cNvSpPr>
          <p:nvPr>
            <p:ph idx="1"/>
          </p:nvPr>
        </p:nvSpPr>
        <p:spPr/>
        <p:txBody>
          <a:bodyPr/>
          <a:lstStyle/>
          <a:p>
            <a:pPr lvl="0" indent="0" marL="0">
              <a:buNone/>
            </a:pPr>
            <a:r>
              <a:rPr b="1"/>
              <a:t>2 Years Ago</a:t>
            </a:r>
          </a:p>
          <a:p>
            <a:pPr lvl="0"/>
            <a:r>
              <a:rPr/>
              <a:t>No MCP protocol</a:t>
            </a:r>
          </a:p>
          <a:p>
            <a:pPr lvl="0"/>
            <a:r>
              <a:rPr/>
              <a:t>No agent coding</a:t>
            </a:r>
          </a:p>
          <a:p>
            <a:pPr lvl="0"/>
            <a:r>
              <a:rPr/>
              <a:t>No attack vector</a:t>
            </a:r>
          </a:p>
          <a:p>
            <a:pPr lvl="0" indent="0" marL="0">
              <a:buNone/>
            </a:pPr>
            <a:r>
              <a:rPr b="1"/>
              <a:t>Today</a:t>
            </a:r>
          </a:p>
          <a:p>
            <a:pPr lvl="0"/>
            <a:r>
              <a:rPr/>
              <a:t>MCP = standard (97M downloads)</a:t>
            </a:r>
          </a:p>
          <a:p>
            <a:pPr lvl="0"/>
            <a:r>
              <a:rPr/>
              <a:t>Cursor: $500M ARR</a:t>
            </a:r>
          </a:p>
          <a:p>
            <a:pPr lvl="0"/>
            <a:r>
              <a:rPr/>
              <a:t>OpenAI, Google, Microsoft adopting</a:t>
            </a:r>
          </a:p>
          <a:p>
            <a:pPr lvl="0" indent="0" marL="0">
              <a:buNone/>
            </a:pPr>
            <a:r>
              <a:rPr b="1"/>
              <a:t>2 Years From Now</a:t>
            </a:r>
          </a:p>
          <a:p>
            <a:pPr lvl="0"/>
            <a:r>
              <a:rPr/>
              <a:t>Snyk bolts on AI features</a:t>
            </a:r>
          </a:p>
          <a:p>
            <a:pPr lvl="0"/>
            <a:r>
              <a:rPr/>
              <a:t>Window closes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Security Inside the Agent</a:t>
            </a:r>
          </a:p>
        </p:txBody>
      </p:sp>
      <p:sp>
        <p:nvSpPr>
          <p:cNvPr id="3" name="Content Placeholder 2"/>
          <p:cNvSpPr>
            <a:spLocks noGrp="1"/>
          </p:cNvSpPr>
          <p:nvPr>
            <p:ph idx="1"/>
          </p:nvPr>
        </p:nvSpPr>
        <p:spPr/>
        <p:txBody>
          <a:bodyPr/>
          <a:lstStyle/>
          <a:p>
            <a:pPr lvl="0" indent="0">
              <a:buNone/>
            </a:pPr>
            <a:r>
              <a:rPr>
                <a:latin typeface="Courier"/>
              </a:rPr>
              <a:t>┌────────────────────────────────┐
│  AI Agent (Claude, Cursor...)  │
│              ↓                 │
│     ┌─────────────────┐        │
│     │   ProofLayer    │        │
│     │  • Prompt Shield│        │
│     │  • Code Scanner │        │
│     │  • Package Check│        │
│     └─────────────────┘        │
│              ↓                 │
│       Clean, Safe Code         │
└────────────────────────────────┘</a:t>
            </a:r>
          </a:p>
          <a:p>
            <a:pPr lvl="0" indent="0" marL="0">
              <a:buNone/>
            </a:pPr>
            <a:r>
              <a:rPr b="1"/>
              <a:t>One command:</a:t>
            </a:r>
            <a:r>
              <a:rPr/>
              <a:t> </a:t>
            </a:r>
            <a:r>
              <a:rPr>
                <a:latin typeface="Courier"/>
              </a:rPr>
              <a:t>npx agent-security-scanner-mcp</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Three Capabilities</a:t>
            </a:r>
          </a:p>
        </p:txBody>
      </p:sp>
      <p:sp>
        <p:nvSpPr>
          <p:cNvPr id="3" name="Content Placeholder 2"/>
          <p:cNvSpPr>
            <a:spLocks noGrp="1"/>
          </p:cNvSpPr>
          <p:nvPr>
            <p:ph idx="1"/>
          </p:nvPr>
        </p:nvSpPr>
        <p:spPr/>
        <p:txBody>
          <a:bodyPr/>
          <a:lstStyle/>
          <a:p>
            <a:pPr lvl="0" indent="0" marL="0">
              <a:buNone/>
            </a:pPr>
            <a:r>
              <a:rPr b="1"/>
              <a:t>1. PROMPT INJECTION FIREWALL</a:t>
            </a:r>
          </a:p>
          <a:p>
            <a:pPr lvl="0" indent="0" marL="0">
              <a:buNone/>
            </a:pPr>
            <a:r>
              <a:rPr/>
              <a:t>Block attacks before execution</a:t>
            </a:r>
          </a:p>
          <a:p>
            <a:pPr lvl="0" indent="0" marL="0">
              <a:buNone/>
            </a:pPr>
            <a:r>
              <a:rPr b="1"/>
              <a:t>2. CODE SCANNER + AUTO-FIX</a:t>
            </a:r>
          </a:p>
          <a:p>
            <a:pPr lvl="0" indent="0" marL="0">
              <a:buNone/>
            </a:pPr>
            <a:r>
              <a:rPr/>
              <a:t>359 rules | OWASP Top 10 | Fixes applied automatically</a:t>
            </a:r>
          </a:p>
          <a:p>
            <a:pPr lvl="0" indent="0" marL="0">
              <a:buNone/>
            </a:pPr>
            <a:r>
              <a:rPr b="1"/>
              <a:t>3. PACKAGE HALLUCINATION DETECTION</a:t>
            </a:r>
          </a:p>
          <a:p>
            <a:pPr lvl="0" indent="0" marL="0">
              <a:buNone/>
            </a:pPr>
            <a:r>
              <a:rPr/>
              <a:t>4.3M verified packages | 7 ecosystems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Package Hallucination</a:t>
            </a:r>
          </a:p>
        </p:txBody>
      </p:sp>
      <p:sp>
        <p:nvSpPr>
          <p:cNvPr id="3" name="Content Placeholder 2"/>
          <p:cNvSpPr>
            <a:spLocks noGrp="1"/>
          </p:cNvSpPr>
          <p:nvPr>
            <p:ph idx="1"/>
          </p:nvPr>
        </p:nvSpPr>
        <p:spPr/>
        <p:txBody>
          <a:bodyPr/>
          <a:lstStyle/>
          <a:p>
            <a:pPr lvl="0" indent="0" marL="1270000">
              <a:buNone/>
            </a:pPr>
            <a:r>
              <a:rPr sz="2000"/>
              <a:t>Agent suggests: </a:t>
            </a:r>
            <a:r>
              <a:rPr sz="2000">
                <a:latin typeface="Courier"/>
              </a:rPr>
              <a:t>npm install data-validator-utils</a:t>
            </a:r>
          </a:p>
          <a:p>
            <a:pPr lvl="0" indent="0" marL="1270000">
              <a:buNone/>
            </a:pPr>
            <a:r>
              <a:rPr sz="2000"/>
              <a:t>Reality: Package doesn’t exist</a:t>
            </a:r>
          </a:p>
          <a:p>
            <a:pPr lvl="0" indent="0" marL="1270000">
              <a:buNone/>
            </a:pPr>
            <a:r>
              <a:rPr sz="2000"/>
              <a:t>Attack: Adversary registers it as malware</a:t>
            </a:r>
          </a:p>
          <a:p>
            <a:pPr lvl="0" indent="0" marL="1270000">
              <a:buNone/>
            </a:pPr>
            <a:r>
              <a:rPr sz="2000"/>
              <a:t>Result: Agent auto-installs malicious code</a:t>
            </a:r>
          </a:p>
          <a:p>
            <a:pPr lvl="0" indent="0" marL="0">
              <a:buNone/>
            </a:pPr>
            <a:r>
              <a:rPr b="1"/>
              <a:t>Our testing: 45% hallucination rate</a:t>
            </a:r>
            <a:r>
              <a:rPr/>
              <a:t> (Rust, Claude Sonnet)</a:t>
            </a:r>
          </a:p>
          <a:p>
            <a:pPr lvl="0" indent="0" marL="0">
              <a:buNone/>
            </a:pPr>
            <a:r>
              <a:rPr i="1"/>
              <a:t>“When we show this to security teams, the room goes silent.”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Built. Shipped. Live.</a:t>
            </a:r>
          </a:p>
        </p:txBody>
      </p:sp>
      <p:sp>
        <p:nvSpPr>
          <p:cNvPr id="3" name="Content Placeholder 2"/>
          <p:cNvSpPr>
            <a:spLocks noGrp="1"/>
          </p:cNvSpPr>
          <p:nvPr>
            <p:ph idx="1"/>
          </p:nvPr>
        </p:nvSpPr>
        <p:spPr/>
        <p:txBody>
          <a:bodyPr/>
          <a:lstStyle/>
          <a:p>
            <a:pPr lvl="0"/>
            <a:r>
              <a:rPr/>
              <a:t>359 security rules</a:t>
            </a:r>
          </a:p>
          <a:p>
            <a:pPr lvl="0"/>
            <a:r>
              <a:rPr/>
              <a:t>4.3M packages verified</a:t>
            </a:r>
          </a:p>
          <a:p>
            <a:pPr lvl="0"/>
            <a:r>
              <a:rPr/>
              <a:t>7 ecosystems</a:t>
            </a:r>
          </a:p>
          <a:p>
            <a:pPr lvl="0"/>
            <a:r>
              <a:rPr/>
              <a:t>Works with Claude Code, Cursor, Windsurf, Cline</a:t>
            </a:r>
          </a:p>
          <a:p>
            <a:pPr lvl="0"/>
            <a:r>
              <a:rPr/>
              <a:t>2.7 MB | MIT Licensed</a:t>
            </a:r>
          </a:p>
          <a:p>
            <a:pPr lvl="0" indent="0" marL="0">
              <a:buNone/>
            </a:pPr>
            <a:r>
              <a:rPr>
                <a:latin typeface="Courier"/>
              </a:rPr>
              <a:t>npm install agent-security-scanner-mcp</a:t>
            </a:r>
          </a:p>
          <a:p>
            <a:pPr lvl="0" indent="0" marL="0">
              <a:buNone/>
            </a:pPr>
            <a:r>
              <a:rPr b="1"/>
              <a:t>Pre-revenue → Enterprise design partners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Market: $30B → $322B</a:t>
            </a:r>
          </a:p>
        </p:txBody>
      </p:sp>
      <p:sp>
        <p:nvSpPr>
          <p:cNvPr id="3" name="Content Placeholder 2"/>
          <p:cNvSpPr>
            <a:spLocks noGrp="1"/>
          </p:cNvSpPr>
          <p:nvPr>
            <p:ph idx="1"/>
          </p:nvPr>
        </p:nvSpPr>
        <p:spPr/>
        <p:txBody>
          <a:bodyPr/>
          <a:lstStyle/>
          <a:p>
            <a:pPr lvl="0" indent="0" marL="0">
              <a:buNone/>
            </a:pPr>
            <a:r>
              <a:rPr b="1"/>
              <a:t>Agentic AI Security Market</a:t>
            </a:r>
          </a:p>
          <a:p>
            <a:pPr lvl="0"/>
            <a:r>
              <a:rPr/>
              <a:t>$30.27B (2025)</a:t>
            </a:r>
          </a:p>
          <a:p>
            <a:pPr lvl="0"/>
            <a:r>
              <a:rPr/>
              <a:t>$322B (2033)</a:t>
            </a:r>
          </a:p>
          <a:p>
            <a:pPr lvl="0"/>
            <a:r>
              <a:rPr/>
              <a:t>34.4% CAGR</a:t>
            </a:r>
          </a:p>
          <a:p>
            <a:pPr lvl="0" indent="0" marL="0">
              <a:buNone/>
            </a:pPr>
            <a:r>
              <a:rPr b="1"/>
              <a:t>Comparables</a:t>
            </a:r>
          </a:p>
          <a:p>
            <a:pPr lvl="0"/>
            <a:r>
              <a:rPr/>
              <a:t>Snyk: $8.5B (human code)</a:t>
            </a:r>
          </a:p>
          <a:p>
            <a:pPr lvl="0"/>
            <a:r>
              <a:rPr/>
              <a:t>Cursor: $500M ARR (AI coding)</a:t>
            </a:r>
          </a:p>
          <a:p>
            <a:pPr lvl="0"/>
            <a:r>
              <a:rPr/>
              <a:t>Semgrep: $204M raised</a:t>
            </a:r>
          </a:p>
          <a:p>
            <a:pPr lvl="0" indent="0" marL="0">
              <a:buNone/>
            </a:pPr>
            <a:r>
              <a:rPr b="1"/>
              <a:t>We’re building Snyk for AI agents.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Business Model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Tier</a:t>
                      </a:r>
                    </a:p>
                  </a:txBody>
                  <a:tcPr/>
                </a:tc>
                <a:tc>
                  <a:txBody>
                    <a:bodyPr/>
                    <a:lstStyle/>
                    <a:p>
                      <a:pPr lvl="0" indent="0" marL="0">
                        <a:buNone/>
                      </a:pPr>
                      <a:r>
                        <a:rPr/>
                        <a:t>Price</a:t>
                      </a:r>
                    </a:p>
                  </a:txBody>
                  <a:tcPr/>
                </a:tc>
                <a:tc>
                  <a:txBody>
                    <a:bodyPr/>
                    <a:lstStyle/>
                    <a:p>
                      <a:pPr lvl="0" indent="0" marL="0">
                        <a:buNone/>
                      </a:pPr>
                      <a:r>
                        <a:rPr/>
                        <a:t>Features</a:t>
                      </a:r>
                    </a:p>
                  </a:txBody>
                  <a:tcPr/>
                </a:tc>
              </a:tr>
              <a:tr h="0">
                <a:tc>
                  <a:txBody>
                    <a:bodyPr/>
                    <a:lstStyle/>
                    <a:p>
                      <a:pPr lvl="0" indent="0" marL="0">
                        <a:buNone/>
                      </a:pPr>
                      <a:r>
                        <a:rPr/>
                        <a:t>Free</a:t>
                      </a:r>
                    </a:p>
                  </a:txBody>
                </a:tc>
                <a:tc>
                  <a:txBody>
                    <a:bodyPr/>
                    <a:lstStyle/>
                    <a:p>
                      <a:pPr lvl="0" indent="0" marL="0">
                        <a:buNone/>
                      </a:pPr>
                      <a:r>
                        <a:rPr/>
                        <a:t>$0</a:t>
                      </a:r>
                    </a:p>
                  </a:txBody>
                </a:tc>
                <a:tc>
                  <a:txBody>
                    <a:bodyPr/>
                    <a:lstStyle/>
                    <a:p>
                      <a:pPr lvl="0" indent="0" marL="0">
                        <a:buNone/>
                      </a:pPr>
                      <a:r>
                        <a:rPr/>
                        <a:t>CLI + local, community rules</a:t>
                      </a:r>
                    </a:p>
                  </a:txBody>
                </a:tc>
              </a:tr>
              <a:tr h="0">
                <a:tc>
                  <a:txBody>
                    <a:bodyPr/>
                    <a:lstStyle/>
                    <a:p>
                      <a:pPr lvl="0" indent="0" marL="0">
                        <a:buNone/>
                      </a:pPr>
                      <a:r>
                        <a:rPr/>
                        <a:t>Team</a:t>
                      </a:r>
                    </a:p>
                  </a:txBody>
                </a:tc>
                <a:tc>
                  <a:txBody>
                    <a:bodyPr/>
                    <a:lstStyle/>
                    <a:p>
                      <a:pPr lvl="0" indent="0" marL="0">
                        <a:buNone/>
                      </a:pPr>
                      <a:r>
                        <a:rPr/>
                        <a:t>$500-2K/mo</a:t>
                      </a:r>
                    </a:p>
                  </a:txBody>
                </a:tc>
                <a:tc>
                  <a:txBody>
                    <a:bodyPr/>
                    <a:lstStyle/>
                    <a:p>
                      <a:pPr lvl="0" indent="0" marL="0">
                        <a:buNone/>
                      </a:pPr>
                      <a:r>
                        <a:rPr/>
                        <a:t>Dashboard, audit logs, CI/CD</a:t>
                      </a:r>
                    </a:p>
                  </a:txBody>
                </a:tc>
              </a:tr>
              <a:tr h="0">
                <a:tc>
                  <a:txBody>
                    <a:bodyPr/>
                    <a:lstStyle/>
                    <a:p>
                      <a:pPr lvl="0" indent="0" marL="0">
                        <a:buNone/>
                      </a:pPr>
                      <a:r>
                        <a:rPr/>
                        <a:t>Enterprise</a:t>
                      </a:r>
                    </a:p>
                  </a:txBody>
                </a:tc>
                <a:tc>
                  <a:txBody>
                    <a:bodyPr/>
                    <a:lstStyle/>
                    <a:p>
                      <a:pPr lvl="0" indent="0" marL="0">
                        <a:buNone/>
                      </a:pPr>
                      <a:r>
                        <a:rPr/>
                        <a:t>Custom</a:t>
                      </a:r>
                    </a:p>
                  </a:txBody>
                </a:tc>
                <a:tc>
                  <a:txBody>
                    <a:bodyPr/>
                    <a:lstStyle/>
                    <a:p>
                      <a:pPr lvl="0" indent="0" marL="0">
                        <a:buNone/>
                      </a:pPr>
                      <a:r>
                        <a:rPr/>
                        <a:t>SSO, SLA, compliance, support</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 Usage-based CI/CD pricing</a:t>
            </a:r>
          </a:p>
          <a:p>
            <a:pPr lvl="0" indent="0" marL="0">
              <a:buNone/>
            </a:pPr>
            <a:r>
              <a:rPr b="1"/>
              <a:t>+ Rule marketplace (future)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We Win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endParaRPr/>
                    </a:p>
                  </a:txBody>
                  <a:tcPr/>
                </a:tc>
                <a:tc>
                  <a:txBody>
                    <a:bodyPr/>
                    <a:lstStyle/>
                    <a:p>
                      <a:pPr lvl="0" indent="0" marL="0" algn="ctr">
                        <a:buNone/>
                      </a:pPr>
                      <a:r>
                        <a:rPr/>
                        <a:t>Snyk</a:t>
                      </a:r>
                    </a:p>
                  </a:txBody>
                  <a:tcPr/>
                </a:tc>
                <a:tc>
                  <a:txBody>
                    <a:bodyPr/>
                    <a:lstStyle/>
                    <a:p>
                      <a:pPr lvl="0" indent="0" marL="0" algn="ctr">
                        <a:buNone/>
                      </a:pPr>
                      <a:r>
                        <a:rPr/>
                        <a:t>Semgrep</a:t>
                      </a:r>
                    </a:p>
                  </a:txBody>
                  <a:tcPr/>
                </a:tc>
                <a:tc>
                  <a:txBody>
                    <a:bodyPr/>
                    <a:lstStyle/>
                    <a:p>
                      <a:pPr lvl="0" indent="0" marL="0" algn="ctr">
                        <a:buNone/>
                      </a:pPr>
                      <a:r>
                        <a:rPr/>
                        <a:t>Lakera</a:t>
                      </a:r>
                    </a:p>
                  </a:txBody>
                  <a:tcPr/>
                </a:tc>
                <a:tc>
                  <a:txBody>
                    <a:bodyPr/>
                    <a:lstStyle/>
                    <a:p>
                      <a:pPr lvl="0" indent="0" marL="0" algn="ctr">
                        <a:buNone/>
                      </a:pPr>
                      <a:r>
                        <a:rPr/>
                        <a:t>ProofLayer</a:t>
                      </a:r>
                    </a:p>
                  </a:txBody>
                  <a:tcPr/>
                </a:tc>
              </a:tr>
              <a:tr h="0">
                <a:tc>
                  <a:txBody>
                    <a:bodyPr/>
                    <a:lstStyle/>
                    <a:p>
                      <a:pPr lvl="0" indent="0" marL="0">
                        <a:buNone/>
                      </a:pPr>
                      <a:r>
                        <a:rPr/>
                        <a:t>MCP-native</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r>
              <a:tr h="0">
                <a:tc>
                  <a:txBody>
                    <a:bodyPr/>
                    <a:lstStyle/>
                    <a:p>
                      <a:pPr lvl="0" indent="0" marL="0">
                        <a:buNone/>
                      </a:pPr>
                      <a:r>
                        <a:rPr/>
                        <a:t>Scans IN workflow</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r>
              <a:tr h="0">
                <a:tc>
                  <a:txBody>
                    <a:bodyPr/>
                    <a:lstStyle/>
                    <a:p>
                      <a:pPr lvl="0" indent="0" marL="0">
                        <a:buNone/>
                      </a:pPr>
                      <a:r>
                        <a:rPr/>
                        <a:t>Package halluc.</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r>
              <a:tr h="0">
                <a:tc>
                  <a:txBody>
                    <a:bodyPr/>
                    <a:lstStyle/>
                    <a:p>
                      <a:pPr lvl="0" indent="0" marL="0">
                        <a:buNone/>
                      </a:pPr>
                      <a:r>
                        <a:rPr/>
                        <a:t>Prompt injection</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r>
              <a:tr h="0">
                <a:tc>
                  <a:txBody>
                    <a:bodyPr/>
                    <a:lstStyle/>
                    <a:p>
                      <a:pPr lvl="0" indent="0" marL="0">
                        <a:buNone/>
                      </a:pPr>
                      <a:r>
                        <a:rPr/>
                        <a:t>Auto-fix</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c>
                  <a:txBody>
                    <a:bodyPr/>
                    <a:lstStyle/>
                    <a:p>
                      <a:pPr lvl="0" indent="0" marL="0" algn="ctr">
                        <a:buNone/>
                      </a:pPr>
                      <a:r>
                        <a:rPr/>
                        <a:t>✓</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They retrofit. We’re native.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Team</a:t>
            </a:r>
          </a:p>
        </p:txBody>
      </p:sp>
      <p:sp>
        <p:nvSpPr>
          <p:cNvPr id="3" name="Content Placeholder 2"/>
          <p:cNvSpPr>
            <a:spLocks noGrp="1"/>
          </p:cNvSpPr>
          <p:nvPr>
            <p:ph idx="1"/>
          </p:nvPr>
        </p:nvSpPr>
        <p:spPr/>
        <p:txBody>
          <a:bodyPr/>
          <a:lstStyle/>
          <a:p>
            <a:pPr lvl="0" indent="0" marL="0">
              <a:buNone/>
            </a:pPr>
            <a:r>
              <a:rPr b="1"/>
              <a:t>DIVYA CHITIMALLA — CEO/CTO</a:t>
            </a:r>
          </a:p>
          <a:p>
            <a:pPr lvl="0" indent="0" marL="0">
              <a:buNone/>
            </a:pPr>
            <a:r>
              <a:rPr/>
              <a:t>Google Safe Browsing (1B+ users) → NVIDIA Garak → Garak Security</a:t>
            </a:r>
          </a:p>
          <a:p>
            <a:pPr lvl="0" indent="0" marL="0">
              <a:buNone/>
            </a:pPr>
            <a:r>
              <a:rPr b="1"/>
              <a:t>ANIT KUMAR SAHU — Chief Scientist</a:t>
            </a:r>
          </a:p>
          <a:p>
            <a:pPr lvl="0" indent="0" marL="0">
              <a:buNone/>
            </a:pPr>
            <a:r>
              <a:rPr/>
              <a:t>CMU PhD → Amazon Alexa AI → Oracle Health AI</a:t>
            </a:r>
          </a:p>
          <a:p>
            <a:pPr lvl="0" indent="0" marL="0">
              <a:buNone/>
            </a:pPr>
            <a:r>
              <a:rPr b="1"/>
              <a:t>DHEERAJ REDDY — Product Lead</a:t>
            </a:r>
          </a:p>
          <a:p>
            <a:pPr lvl="0" indent="0" marL="0">
              <a:buNone/>
            </a:pPr>
            <a:r>
              <a:rPr/>
              <a:t>Staff Engineer → Albertsons AI Infrastructure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Raising $400K</a:t>
            </a:r>
          </a:p>
        </p:txBody>
      </p:sp>
      <p:sp>
        <p:nvSpPr>
          <p:cNvPr id="3" name="Content Placeholder 2"/>
          <p:cNvSpPr>
            <a:spLocks noGrp="1"/>
          </p:cNvSpPr>
          <p:nvPr>
            <p:ph idx="1"/>
          </p:nvPr>
        </p:nvSpPr>
        <p:spPr/>
        <p:txBody>
          <a:bodyPr/>
          <a:lstStyle/>
          <a:p>
            <a:pPr lvl="0" indent="0" marL="0">
              <a:buNone/>
            </a:pPr>
            <a:r>
              <a:rPr b="1"/>
              <a:t>MONTH 1: Distribution</a:t>
            </a:r>
          </a:p>
          <a:p>
            <a:pPr lvl="0"/>
            <a:r>
              <a:rPr/>
              <a:t>MCP registry listing</a:t>
            </a:r>
          </a:p>
          <a:p>
            <a:pPr lvl="0"/>
            <a:r>
              <a:rPr/>
              <a:t>2-3 tool partnerships</a:t>
            </a:r>
          </a:p>
          <a:p>
            <a:pPr lvl="0"/>
            <a:r>
              <a:rPr/>
              <a:t>10K+ installations</a:t>
            </a:r>
          </a:p>
          <a:p>
            <a:pPr lvl="0" indent="0" marL="0">
              <a:buNone/>
            </a:pPr>
            <a:r>
              <a:rPr b="1"/>
              <a:t>MONTH 2: Enterprise MVP</a:t>
            </a:r>
          </a:p>
          <a:p>
            <a:pPr lvl="0"/>
            <a:r>
              <a:rPr/>
              <a:t>Team dashboard + CI/CD</a:t>
            </a:r>
          </a:p>
          <a:p>
            <a:pPr lvl="0"/>
            <a:r>
              <a:rPr/>
              <a:t>3 enterprise LOIs</a:t>
            </a:r>
          </a:p>
          <a:p>
            <a:pPr lvl="0" indent="0" marL="0">
              <a:buNone/>
            </a:pPr>
            <a:r>
              <a:rPr b="1"/>
              <a:t>MONTH 3: Expand</a:t>
            </a:r>
          </a:p>
          <a:p>
            <a:pPr lvl="0"/>
            <a:r>
              <a:rPr/>
              <a:t>359 → 500+ rules</a:t>
            </a:r>
          </a:p>
          <a:p>
            <a:pPr lvl="0"/>
            <a:r>
              <a:rPr/>
              <a:t>Runtime scanning</a:t>
            </a:r>
          </a:p>
          <a:p>
            <a:pPr lvl="0"/>
            <a:r>
              <a:rPr/>
              <a:t>First paid pilots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Security Layer for AI Agents</a:t>
            </a:r>
          </a:p>
        </p:txBody>
      </p:sp>
      <p:sp>
        <p:nvSpPr>
          <p:cNvPr id="3" name="Content Placeholder 2"/>
          <p:cNvSpPr>
            <a:spLocks noGrp="1"/>
          </p:cNvSpPr>
          <p:nvPr>
            <p:ph idx="1"/>
          </p:nvPr>
        </p:nvSpPr>
        <p:spPr/>
        <p:txBody>
          <a:bodyPr/>
          <a:lstStyle/>
          <a:p>
            <a:pPr lvl="0" indent="0" marL="0">
              <a:buNone/>
            </a:pPr>
            <a:r>
              <a:rPr b="1"/>
              <a:t>41%</a:t>
            </a:r>
            <a:r>
              <a:rPr/>
              <a:t> of code is AI-generated.</a:t>
            </a:r>
          </a:p>
          <a:p>
            <a:pPr lvl="0" indent="0" marL="0">
              <a:buNone/>
            </a:pPr>
            <a:r>
              <a:rPr b="1"/>
              <a:t>62%</a:t>
            </a:r>
            <a:r>
              <a:rPr/>
              <a:t> has vulnerabilities.</a:t>
            </a:r>
          </a:p>
          <a:p>
            <a:pPr lvl="0" indent="0" marL="0">
              <a:buNone/>
            </a:pPr>
            <a:r>
              <a:rPr b="1"/>
              <a:t>Nobody</a:t>
            </a:r>
            <a:r>
              <a:rPr/>
              <a:t> protects the agent.</a:t>
            </a:r>
          </a:p>
          <a:p>
            <a:pPr lvl="0" indent="0" marL="0">
              <a:buNone/>
            </a:pPr>
            <a:r>
              <a:rPr b="1"/>
              <a:t>We do.</a:t>
            </a:r>
          </a:p>
          <a:p>
            <a:pPr lvl="0" indent="0" marL="0">
              <a:buNone/>
            </a:pPr>
            <a:r>
              <a:rPr/>
              <a:t>divya@prooflayer.dev</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ProofLayer</dc:title>
  <dc:creator>Pre-Seed | 2025</dc:creator>
  <cp:keywords/>
  <dcterms:created xsi:type="dcterms:W3CDTF">2026-02-11T03:26:07Z</dcterms:created>
  <dcterms:modified xsi:type="dcterms:W3CDTF">2026-02-11T03:26:07Z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ubtitle">
    <vt:lpwstr>The Security Layer for AI Coding Agents</vt:lpwstr>
  </property>
</Properties>
</file>